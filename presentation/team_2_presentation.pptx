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300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2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0A1A6C-433D-412D-B0D9-4C760F30AC40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153417-3B24-417B-897A-A1D59FBA1925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3417-3B24-417B-897A-A1D59FBA19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3417-3B24-417B-897A-A1D59FBA19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3417-3B24-417B-897A-A1D59FBA19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3417-3B24-417B-897A-A1D59FBA19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153417-3B24-417B-897A-A1D59FBA1925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37E65A-B51E-4E62-833C-FD5F881896C6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95E32A-BC5F-45BC-A85A-8678E8F8F66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4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6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8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2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1" name="Picture 130" descr="A computer organization project screen shot&#10;&#10;Description automatically generated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91" y="7404"/>
            <a:ext cx="12205191" cy="68505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3581" cy="68580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66857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omputer screen 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1039" y="3989"/>
            <a:ext cx="13323039" cy="6854011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diagram of a stack&#10;&#10;Description automatically generated with medium confidence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7200" y="-1277002"/>
            <a:ext cx="12649200" cy="9008533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pencil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171" y="1"/>
            <a:ext cx="12228342" cy="68580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085"/>
            <a:ext cx="12192000" cy="6945086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033"/>
            <a:ext cx="12192000" cy="687303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852" y="-25045"/>
            <a:ext cx="12287851" cy="6883045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1265" y="-105680"/>
            <a:ext cx="12333265" cy="6963680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Screens screenshot of a computer game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0348"/>
            <a:ext cx="12192000" cy="6898348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Screens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7903" cy="68580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278" y="-30595"/>
            <a:ext cx="12283278" cy="6888595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92" y="-17976"/>
            <a:ext cx="12293692" cy="6875976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white rectangular box with black text and numbers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97"/>
            <a:ext cx="12192000" cy="6851703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307578" cy="6858000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 scree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3168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165"/>
            <a:ext cx="12192000" cy="6811835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2693" cy="6858000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03"/>
            <a:ext cx="12192000" cy="6822040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Screens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309231" cy="6858000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519"/>
            <a:ext cx="12192000" cy="6875519"/>
          </a:xfr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780"/>
            <a:ext cx="1219136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819"/>
            <a:ext cx="12268200" cy="6896819"/>
          </a:xfr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 descr="A screenshot of a computer scree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85721" cy="6858000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5904"/>
            <a:ext cx="12192000" cy="6903904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75" y="635"/>
            <a:ext cx="1218882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18"/>
            <a:ext cx="12192000" cy="6853982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07241" cy="6858000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485140" y="-88265"/>
            <a:ext cx="12677140" cy="71310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7178"/>
            <a:ext cx="12300857" cy="6915178"/>
          </a:xfr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011" y="-32134"/>
            <a:ext cx="12282011" cy="6890134"/>
          </a:xfr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Screens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5672" cy="6858000"/>
          </a:xfr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5"/>
            <a:ext cx="12192000" cy="6858875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Screens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50"/>
            <a:ext cx="12192000" cy="6846650"/>
          </a:xfr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34"/>
            <a:ext cx="12192000" cy="6831566"/>
          </a:xfr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54" y="-5439"/>
            <a:ext cx="12035546" cy="6863439"/>
          </a:xfr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685"/>
            <a:ext cx="12192000" cy="6723048"/>
          </a:xfr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5531"/>
            <a:ext cx="12192001" cy="6790323"/>
          </a:xfr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2631"/>
            <a:ext cx="12192000" cy="6910631"/>
          </a:xfr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6898"/>
            <a:ext cx="12300857" cy="6934898"/>
          </a:xfr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23118"/>
            <a:ext cx="12192001" cy="6881118"/>
          </a:xfr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834" y="1434"/>
            <a:ext cx="12276834" cy="6856566"/>
          </a:xfr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778"/>
            <a:ext cx="12192000" cy="6817222"/>
          </a:xfr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5189" cy="6858000"/>
          </a:xfr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7477" cy="6858000"/>
          </a:xfr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yellow card with black text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57944" y="513916"/>
            <a:ext cx="13149944" cy="6866599"/>
          </a:xfr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ey box with text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182"/>
            <a:ext cx="12192000" cy="6871182"/>
          </a:xfr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2192001" cy="6858000"/>
          </a:xfr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00"/>
            <a:ext cx="12192000" cy="6844900"/>
          </a:xfr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code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307"/>
            <a:ext cx="12192000" cy="6861307"/>
          </a:xfr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close-up of a sig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 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79086" cy="6858000"/>
          </a:xfr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112"/>
            <a:ext cx="12192000" cy="6885112"/>
          </a:xfr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screen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group of members on a yellow background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722"/>
            <a:ext cx="12192000" cy="6821278"/>
          </a:xfr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omputer program&#10;&#10;Description automatically generated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332550" cy="6764792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62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2" baseType="lpstr">
      <vt:lpstr>Arial</vt:lpstr>
      <vt:lpstr>SimSun</vt:lpstr>
      <vt:lpstr>Wingdings</vt:lpstr>
      <vt:lpstr>Aptos Display</vt:lpstr>
      <vt:lpstr>Segoe Print</vt:lpstr>
      <vt:lpstr>Aptos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احمد رجب محمود عبدالرحيم على</dc:creator>
  <cp:lastModifiedBy>DELL G15</cp:lastModifiedBy>
  <cp:revision>5</cp:revision>
  <dcterms:created xsi:type="dcterms:W3CDTF">2024-05-13T16:16:00Z</dcterms:created>
  <dcterms:modified xsi:type="dcterms:W3CDTF">2024-05-13T21:55:39Z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783673B225D541AF9C7229DE7B2701FD_12</vt:lpwstr>
  </property>
  <property fmtid="{D5CDD505-2E9C-101B-9397-08002B2CF9AE}" pid="3" name="KSOProductBuildVer">
    <vt:lpwstr>1033-12.2.0.16909</vt:lpwstr>
  </property>
</Properties>
</file>